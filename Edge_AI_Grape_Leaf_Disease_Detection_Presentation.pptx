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Edge AI-Based Grape Leaf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ESP32-S3 Real-Time Vineyard Monitoring System</a:t>
            </a:r>
          </a:p>
          <a:p>
            <a:r>
              <a:t>Academic / Industry Project Presentation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Motivation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Need for early disease detection in vineyards</a:t>
            </a:r>
          </a:p>
          <a:p>
            <a:r>
              <a:t>• Limitations of cloud-based monitoring (latency, cost, connectivity)</a:t>
            </a:r>
          </a:p>
          <a:p>
            <a:r>
              <a:t>• Objective: Develop a low-cost, real-time edge AI system</a:t>
            </a:r>
          </a:p>
          <a:p>
            <a:r>
              <a:t>• Fully autonomous operation without cloud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Edge AI device deployed directly in vineyard</a:t>
            </a:r>
          </a:p>
          <a:p>
            <a:r>
              <a:t>• ESP32-S3 microcontroller with camera</a:t>
            </a:r>
          </a:p>
          <a:p>
            <a:r>
              <a:t>• On-device deep learning inference</a:t>
            </a:r>
          </a:p>
          <a:p>
            <a:r>
              <a:t>• Periodic monitoring with ultra-low power consumption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ESP32-S3 (Dual-core LX7 @ 240 MHz)</a:t>
            </a:r>
          </a:p>
          <a:p>
            <a:r>
              <a:t>• 16 MB Flash, 8 MB PSRAM</a:t>
            </a:r>
          </a:p>
          <a:p>
            <a:r>
              <a:t>• OV3660 camera module (320×240, JPEG)</a:t>
            </a:r>
          </a:p>
          <a:p>
            <a:r>
              <a:t>• USB-C power and 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ESP-IDF v5.3.3</a:t>
            </a:r>
          </a:p>
          <a:p>
            <a:r>
              <a:t>• ESP-DL deep learning framework</a:t>
            </a:r>
          </a:p>
          <a:p>
            <a:r>
              <a:t>• Arduino ESP32 Camera Library (hybrid approach)</a:t>
            </a:r>
          </a:p>
          <a:p>
            <a:r>
              <a:t>• FreeRTOS-based real-time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1: Isolated component testing</a:t>
            </a:r>
          </a:p>
          <a:p>
            <a:r>
              <a:t>• Phase 2: Iterative system integration</a:t>
            </a:r>
          </a:p>
          <a:p>
            <a:r>
              <a:t>• Phase 3: Hybrid architecture and optimization</a:t>
            </a:r>
          </a:p>
          <a:p>
            <a:r>
              <a:t>• Continuous profiling and debugging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ESPDet-Pico lightweight object detector</a:t>
            </a:r>
          </a:p>
          <a:p>
            <a:r>
              <a:t>• INT8 quantized model (491 KB)</a:t>
            </a:r>
          </a:p>
          <a:p>
            <a:r>
              <a:t>• Input: 224×224 RGB images</a:t>
            </a:r>
          </a:p>
          <a:p>
            <a:r>
              <a:t>• Output: Bounding boxes and confidence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Image capture (JPEG)</a:t>
            </a:r>
          </a:p>
          <a:p>
            <a:r>
              <a:t>2. JPEG decode to RGB888</a:t>
            </a:r>
          </a:p>
          <a:p>
            <a:r>
              <a:t>3. Resize/crop to model input</a:t>
            </a:r>
          </a:p>
          <a:p>
            <a:r>
              <a:t>4. AI inference on ESP32-S3</a:t>
            </a:r>
          </a:p>
          <a:p>
            <a:r>
              <a:t>5. Post-processing and detection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weights stored in DRAM</a:t>
            </a:r>
          </a:p>
          <a:p>
            <a:r>
              <a:t>• Camera buffers allocated in PSRAM</a:t>
            </a:r>
          </a:p>
          <a:p>
            <a:r>
              <a:t>• JPEG compression reduces memory usage by 94%</a:t>
            </a:r>
          </a:p>
          <a:p>
            <a:r>
              <a:t>• &lt;10% PSRAM utilization during runtime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Cache coherency conflicts (PSRAM vs Flash)</a:t>
            </a:r>
          </a:p>
          <a:p>
            <a:r>
              <a:t>• Limited DRAM availability</a:t>
            </a:r>
          </a:p>
          <a:p>
            <a:r>
              <a:t>• Camera initialization instability</a:t>
            </a:r>
          </a:p>
          <a:p>
            <a:r>
              <a:t>• Real-time performance constraints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 AI model before camera initialization</a:t>
            </a:r>
          </a:p>
          <a:p>
            <a:r>
              <a:t>• Hybrid Arduino + ESP-IDF architecture</a:t>
            </a:r>
          </a:p>
          <a:p>
            <a:r>
              <a:t>• JPEG-based capture pipeline</a:t>
            </a:r>
          </a:p>
          <a:p>
            <a:r>
              <a:t>• Optimized memory hierarchy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Inference time: 135–138 ms</a:t>
            </a:r>
          </a:p>
          <a:p>
            <a:r>
              <a:t>• End-to-end pipeline: ~182 ms</a:t>
            </a:r>
          </a:p>
          <a:p>
            <a:r>
              <a:t>• Frame rate: 5.3–5.5 FPS</a:t>
            </a:r>
          </a:p>
          <a:p>
            <a:r>
              <a:t>• Stable real-time operation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5–7 detections per frame</a:t>
            </a:r>
          </a:p>
          <a:p>
            <a:r>
              <a:t>• Confidence range: 24–59%</a:t>
            </a:r>
          </a:p>
          <a:p>
            <a:r>
              <a:t>• Conservative detection behavior</a:t>
            </a:r>
          </a:p>
          <a:p>
            <a:r>
              <a:t>• Low observed false positives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 power: ~300 mW</a:t>
            </a:r>
          </a:p>
          <a:p>
            <a:r>
              <a:t>• Sleep power: ~10 mW</a:t>
            </a:r>
          </a:p>
          <a:p>
            <a:r>
              <a:t>• Average power: ~20 mW</a:t>
            </a:r>
          </a:p>
          <a:p>
            <a:r>
              <a:t>• &gt;500 hours operation on 10 Ah battery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Zero crashes during testing</a:t>
            </a:r>
          </a:p>
          <a:p>
            <a:r>
              <a:t>• No memory leaks detected</a:t>
            </a:r>
          </a:p>
          <a:p>
            <a:r>
              <a:t>• Stable thermal behavior</a:t>
            </a:r>
          </a:p>
          <a:p>
            <a:r>
              <a:t>• Suitable for long-term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 grape leaf disease detection</a:t>
            </a:r>
          </a:p>
          <a:p>
            <a:r>
              <a:t>• Vineyard health monitoring</a:t>
            </a:r>
          </a:p>
          <a:p>
            <a:r>
              <a:t>• Solar-powered edge deployments</a:t>
            </a:r>
          </a:p>
          <a:p>
            <a:r>
              <a:t>• Low-cost scalable sensor networks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detection confidence via retraining</a:t>
            </a:r>
          </a:p>
          <a:p>
            <a:r>
              <a:t>• Add data logging and wireless connectivity</a:t>
            </a:r>
          </a:p>
          <a:p>
            <a:r>
              <a:t>• Disease classification and severity estimation</a:t>
            </a:r>
          </a:p>
          <a:p>
            <a:r>
              <a:t>• Multi-sensor environmental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Demonstrated feasibility of edge AI on ESP32-S3</a:t>
            </a:r>
          </a:p>
          <a:p>
            <a:r>
              <a:t>• Achieved real-time, low-power disease detection</a:t>
            </a:r>
          </a:p>
          <a:p>
            <a:r>
              <a:t>• Cost-effective and scalable solution</a:t>
            </a:r>
          </a:p>
          <a:p>
            <a:r>
              <a:t>• Strong foundation for commercial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